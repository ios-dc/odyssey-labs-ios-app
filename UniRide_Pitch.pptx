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914400"/>
            <a:ext cx="4114800" cy="4114800"/>
          </a:xfrm>
          <a:prstGeom prst="ellipse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6366F1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560320"/>
            <a:ext cx="2926080" cy="2926080"/>
          </a:xfrm>
          <a:prstGeom prst="ellipse">
            <a:avLst/>
          </a:prstGeom>
          <a:solidFill>
            <a:srgbClr val="10B981">
              <a:alpha val="10000"/>
            </a:srgbClr>
          </a:solidFill>
          <a:ln w="12700">
            <a:solidFill>
              <a:srgbClr val="10B981">
                <a:alpha val="1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UniRide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campus commute, reimagined.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749040" y="3291840"/>
            <a:ext cx="1645920" cy="27432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206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was a battle.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Stranded at the gate. Late again.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ride. No plan. No choice.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Krish, Founder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92240" y="731520"/>
            <a:ext cx="2286000" cy="365760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0" y="731520"/>
            <a:ext cx="2286000" cy="45720"/>
          </a:xfrm>
          <a:prstGeom prst="rect">
            <a:avLst/>
          </a:prstGeom>
          <a:solidFill>
            <a:srgbClr val="F8717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18872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3796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Hrs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6537960" y="24871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monthly commute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03720" y="2880360"/>
            <a:ext cx="1463040" cy="27432"/>
          </a:xfrm>
          <a:prstGeom prst="rect">
            <a:avLst/>
          </a:prstGeom>
          <a:solidFill>
            <a:srgbClr val="2A2A44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301752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after month.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537960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millions of students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it's not just me.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1143000"/>
            <a:ext cx="2651760" cy="356616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143000"/>
            <a:ext cx="2651760" cy="45720"/>
          </a:xfrm>
          <a:prstGeom prst="rect">
            <a:avLst/>
          </a:prstGeom>
          <a:solidFill>
            <a:srgbClr val="F8717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37160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0574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34M+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02920" y="28072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scholars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commuting daily in India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1143000"/>
            <a:ext cx="2651760" cy="356616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0" y="1143000"/>
            <a:ext cx="2651760" cy="45720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37160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91840" y="20574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Min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3337560" y="28072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one-way commute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(MoveInSync 2023)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35040" y="1143000"/>
            <a:ext cx="2651760" cy="356616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035040" y="1143000"/>
            <a:ext cx="2651760" cy="45720"/>
          </a:xfrm>
          <a:prstGeom prst="rect">
            <a:avLst/>
          </a:prstGeom>
          <a:solidFill>
            <a:srgbClr val="A5B4F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126480" y="20574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000" dirty="0"/>
          </a:p>
        </p:txBody>
      </p:sp>
      <p:sp>
        <p:nvSpPr>
          <p:cNvPr id="17" name="Text 12"/>
          <p:cNvSpPr/>
          <p:nvPr/>
        </p:nvSpPr>
        <p:spPr>
          <a:xfrm>
            <a:off x="6172200" y="28072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have no hostel —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to commute daily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365760" y="482803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3A3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AISHE 2022–23 (education.gov.in)  ·  MoveInSync Urban Mobility Report 2023 (moveinsync.com)  ·  UGC Annual Report 2023–24 (ugc.ac.in)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-1371600"/>
            <a:ext cx="4572000" cy="4572000"/>
          </a:xfrm>
          <a:prstGeom prst="ellipse">
            <a:avLst/>
          </a:prstGeom>
          <a:solidFill>
            <a:srgbClr val="6366F1">
              <a:alpha val="8000"/>
            </a:srgbClr>
          </a:solidFill>
          <a:ln w="12700">
            <a:solidFill>
              <a:srgbClr val="6366F1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is massive.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651760" cy="192024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265176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40M+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students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India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051560"/>
            <a:ext cx="2651760" cy="192024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051560"/>
            <a:ext cx="26517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₹2,500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291840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monthly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spend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51560"/>
            <a:ext cx="2651760" cy="192024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12344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₹1.2L Cr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126480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campus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commute market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246120"/>
            <a:ext cx="8412480" cy="1005840"/>
          </a:xfrm>
          <a:prstGeom prst="rect">
            <a:avLst/>
          </a:prstGeom>
          <a:solidFill>
            <a:srgbClr val="111124"/>
          </a:solidFill>
          <a:ln/>
        </p:spPr>
      </p:sp>
      <p:sp>
        <p:nvSpPr>
          <p:cNvPr id="17" name="Shape 15"/>
          <p:cNvSpPr/>
          <p:nvPr/>
        </p:nvSpPr>
        <p:spPr>
          <a:xfrm>
            <a:off x="365760" y="3246120"/>
            <a:ext cx="54864" cy="10058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33756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already has 11M pooled-ride users — yet zero platforms are built for campus commuters.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" y="482803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3A3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AISHE 2022–23 (education.gov.in)  ·  UGC Annual Report 2023–24 (ugc.ac.in)  ·  PS Market Research — India Ride-Hailing Q1 2024  ·  Market sizing estimated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 built to scale.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campus-native, expanding across India's 1,000+ universities.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4389120" cy="105156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25880"/>
            <a:ext cx="54864" cy="10515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621792" cy="256032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8132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16736" y="1417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₹1.2L Cr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16736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40M+ students × ₹2,500/mo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560320"/>
            <a:ext cx="4389120" cy="105156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560320"/>
            <a:ext cx="54864" cy="10515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715768"/>
            <a:ext cx="621792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71576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16736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₹15,000 Cr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316736" y="3154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 urban day scholars, Tier 1 &amp; 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389120" cy="105156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794760"/>
            <a:ext cx="54864" cy="105156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950208"/>
            <a:ext cx="621792" cy="25603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95020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16736" y="3886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₹600 Cr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316736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MAU · 50 campuses · Year 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822960"/>
            <a:ext cx="3931920" cy="3749040"/>
          </a:xfrm>
          <a:prstGeom prst="ellipse">
            <a:avLst/>
          </a:prstGeom>
          <a:solidFill>
            <a:srgbClr val="6366F1">
              <a:alpha val="16000"/>
            </a:srgbClr>
          </a:solidFill>
          <a:ln w="19050">
            <a:solidFill>
              <a:srgbClr val="6366F1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8686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13832" y="1399032"/>
            <a:ext cx="2779776" cy="2596896"/>
          </a:xfrm>
          <a:prstGeom prst="ellipse">
            <a:avLst/>
          </a:prstGeom>
          <a:solidFill>
            <a:srgbClr val="10B981">
              <a:alpha val="16000"/>
            </a:srgbClr>
          </a:solidFill>
          <a:ln w="19050">
            <a:solidFill>
              <a:srgbClr val="10B981">
                <a:alpha val="4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50408" y="1435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99048" y="1965960"/>
            <a:ext cx="1609344" cy="1463040"/>
          </a:xfrm>
          <a:prstGeom prst="ellipse">
            <a:avLst/>
          </a:prstGeom>
          <a:solidFill>
            <a:srgbClr val="FBBF24">
              <a:alpha val="28000"/>
            </a:srgbClr>
          </a:solidFill>
          <a:ln w="19050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35624" y="20116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482803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3A3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AISHE 2022–23 (education.gov.in)  ·  UGC Annual Report 2023–24 (ugc.ac.in)  ·  Market sizing estimated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your commute has been missing.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exclusively for campus commuters — riders and drivers alike.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069080" cy="141732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43000"/>
            <a:ext cx="406908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13916"/>
            <a:ext cx="475488" cy="475488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364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70432" y="1650492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Campus-Verified Community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43000"/>
            <a:ext cx="4069080" cy="141732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9160" y="1143000"/>
            <a:ext cx="406908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Shape 8"/>
          <p:cNvSpPr/>
          <p:nvPr/>
        </p:nvSpPr>
        <p:spPr>
          <a:xfrm>
            <a:off x="4892040" y="1613916"/>
            <a:ext cx="475488" cy="475488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72364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13832" y="1650492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Student-First Pricing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365760" y="2788920"/>
            <a:ext cx="4069080" cy="141732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65760" y="2788920"/>
            <a:ext cx="40690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Shape 12"/>
          <p:cNvSpPr/>
          <p:nvPr/>
        </p:nvSpPr>
        <p:spPr>
          <a:xfrm>
            <a:off x="548640" y="3259836"/>
            <a:ext cx="475488" cy="475488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36956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70432" y="3296412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Daily Route Matching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4709160" y="2788920"/>
            <a:ext cx="4069080" cy="141732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09160" y="2788920"/>
            <a:ext cx="4069080" cy="45720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21" name="Shape 16"/>
          <p:cNvSpPr/>
          <p:nvPr/>
        </p:nvSpPr>
        <p:spPr>
          <a:xfrm>
            <a:off x="4892040" y="3259836"/>
            <a:ext cx="475488" cy="475488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336956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513832" y="3296412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Social Network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457200"/>
            <a:ext cx="4572000" cy="4572000"/>
          </a:xfrm>
          <a:prstGeom prst="ellipse">
            <a:avLst/>
          </a:prstGeom>
          <a:solidFill>
            <a:srgbClr val="6366F1">
              <a:alpha val="15000"/>
            </a:srgbClr>
          </a:solidFill>
          <a:ln w="12700">
            <a:solidFill>
              <a:srgbClr val="6366F1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8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UniRide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914400" y="2788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ride to campus — or have empty seats to share?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011680" y="34290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121224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40480" y="34290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12122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0" y="34290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121224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457200"/>
            <a:ext cx="4572000" cy="4572000"/>
          </a:xfrm>
          <a:prstGeom prst="ellipse">
            <a:avLst/>
          </a:prstGeom>
          <a:solidFill>
            <a:srgbClr val="6366F1">
              <a:alpha val="8000"/>
            </a:srgbClr>
          </a:solidFill>
          <a:ln w="12700">
            <a:solidFill>
              <a:srgbClr val="6366F1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Ride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to campus without the chaos.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737360" y="2971800"/>
            <a:ext cx="475488" cy="475488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088" y="3081528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route &amp; time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43400" y="2971800"/>
            <a:ext cx="475488" cy="475488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308152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044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Campus-verified riders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949440" y="2971800"/>
            <a:ext cx="475488" cy="475488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08152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12648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after every ride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4572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 w="12700">
            <a:solidFill>
              <a:srgbClr val="10B981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 Ride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daily drive into shared value.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737360" y="2971800"/>
            <a:ext cx="475488" cy="475488"/>
          </a:xfrm>
          <a:prstGeom prst="ellipse">
            <a:avLst/>
          </a:prstGeom>
          <a:solidFill>
            <a:srgbClr val="0D242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088" y="3081528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route &amp; stops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43400" y="2971800"/>
            <a:ext cx="475488" cy="475488"/>
          </a:xfrm>
          <a:prstGeom prst="ellipse">
            <a:avLst/>
          </a:prstGeom>
          <a:solidFill>
            <a:srgbClr val="0D242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308152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044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fuel costs fairly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949440" y="2971800"/>
            <a:ext cx="475488" cy="475488"/>
          </a:xfrm>
          <a:prstGeom prst="ellipse">
            <a:avLst/>
          </a:prstGeom>
          <a:solidFill>
            <a:srgbClr val="0D242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08152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12648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every rider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457200"/>
            <a:ext cx="4572000" cy="4572000"/>
          </a:xfrm>
          <a:prstGeom prst="ellipse">
            <a:avLst/>
          </a:prstGeom>
          <a:solidFill>
            <a:srgbClr val="FBBF24">
              <a:alpha val="7000"/>
            </a:srgbClr>
          </a:solidFill>
          <a:ln w="12700">
            <a:solidFill>
              <a:srgbClr val="FBBF24">
                <a:alpha val="7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just a ride.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UniRide connects your campus beyond the commute.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737360" y="2971800"/>
            <a:ext cx="475488" cy="475488"/>
          </a:xfrm>
          <a:prstGeom prst="ellipse">
            <a:avLst/>
          </a:prstGeom>
          <a:solidFill>
            <a:srgbClr val="1A160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088" y="3081528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Community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43400" y="2971800"/>
            <a:ext cx="475488" cy="475488"/>
          </a:xfrm>
          <a:prstGeom prst="ellipse">
            <a:avLst/>
          </a:prstGeom>
          <a:solidFill>
            <a:srgbClr val="1A160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308152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044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History &amp; Ratings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949440" y="2971800"/>
            <a:ext cx="475488" cy="475488"/>
          </a:xfrm>
          <a:prstGeom prst="ellipse">
            <a:avLst/>
          </a:prstGeom>
          <a:solidFill>
            <a:srgbClr val="1A160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08152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12648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Announcements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UniRide — Pitch Deck</dc:title>
  <dc:subject>PptxGenJS Presentation</dc:subject>
  <dc:creator>PptxGenJS</dc:creator>
  <cp:lastModifiedBy>PptxGenJS</cp:lastModifiedBy>
  <cp:revision>1</cp:revision>
  <dcterms:created xsi:type="dcterms:W3CDTF">2026-05-05T04:30:39Z</dcterms:created>
  <dcterms:modified xsi:type="dcterms:W3CDTF">2026-05-05T04:30:39Z</dcterms:modified>
</cp:coreProperties>
</file>